
<file path=[Content_Types].xml><?xml version="1.0" encoding="utf-8"?>
<Types xmlns="http://schemas.openxmlformats.org/package/2006/content-types">
  <Default Extension="jfif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Props/app0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openxmlformats.org/package/2006/relationships/metadata/extended-properties" Target="docProps/app0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43" autoAdjust="0"/>
    <p:restoredTop sz="94694" autoAdjust="0"/>
  </p:normalViewPr>
  <p:slideViewPr>
    <p:cSldViewPr snapToGrid="0" snapToObjects="1">
      <p:cViewPr varScale="1">
        <p:scale>
          <a:sx n="109" d="100"/>
          <a:sy n="109" d="100"/>
        </p:scale>
        <p:origin x="706" y="77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viewProps" Target="viewProps.xml"/><Relationship Id="rId2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5" Type="http://schemas.openxmlformats.org/officeDocument/2006/relationships/tableStyles" Target="tableStyles.xml"/><Relationship Id="rId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10/31/2025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10/31/2025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10/31/2025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  <a:prstGeom prst="rect">
            <a:avLst/>
          </a:prstGeo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  <a:prstGeom prst="rect">
            <a:avLst/>
          </a:prstGeo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10/31/2025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  <a:prstGeom prst="rect">
            <a:avLst/>
          </a:prstGeo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  <a:prstGeom prst="rect">
            <a:avLst/>
          </a:prstGeo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10/31/2025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10/31/2025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10/31/2025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10/31/2025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10/31/2025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10/31/2025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10/31/2025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fif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 t="-6000" b="-6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10/31/2025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rtl="0" eaLnBrk="1" latinLnBrk="0" hangingPunct="1"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3429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342900" algn="l" defTabSz="342900" rtl="0" eaLnBrk="1" latinLnBrk="0" hangingPunct="1">
        <a:spcBef>
          <a:spcPct val="20000"/>
        </a:spcBef>
        <a:buFont typeface="Arial"/>
        <a:buChar char="–"/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1028700" indent="-342900" algn="l" defTabSz="342900" rtl="0" eaLnBrk="1" latinLnBrk="0" hangingPunct="1">
        <a:spcBef>
          <a:spcPct val="200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indent="-342900" algn="l" defTabSz="342900" rtl="0" eaLnBrk="1" latinLnBrk="0" hangingPunct="1">
        <a:spcBef>
          <a:spcPct val="20000"/>
        </a:spcBef>
        <a:buFont typeface="Arial"/>
        <a:buChar char="–"/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714500" indent="-342900" algn="l" defTabSz="342900" rtl="0" eaLnBrk="1" latinLnBrk="0" hangingPunct="1">
        <a:spcBef>
          <a:spcPct val="20000"/>
        </a:spcBef>
        <a:buFont typeface="Arial"/>
        <a:buChar char="»"/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20574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4003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7432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30861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全屏显示(16:9)</PresentationFormat>
  <Paragraphs>0</Paragraphs>
  <Slides>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0</vt:i4>
      </vt:variant>
    </vt:vector>
  </HeadingPairs>
  <TitlesOfParts>
    <vt:vector size="3" baseType="lpstr">
      <vt:lpstr>Arial</vt:lpstr>
      <vt:lpstr>Calibri</vt:lpstr>
      <vt:lpstr>Office Theme</vt:lpstr>
    </vt:vector>
  </TitlesOfParts>
  <LinksUpToDate>false</LinksUpToDate>
  <SharedDoc>false</SharedDoc>
  <HyperlinksChanged>false</HyperlinksChanged>
  <AppVersion>16.0000</AppVersion>
</Properties>
</file>

<file path=docProps/app0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测试PPT</dc:title>
  <dc:creator>测试用户</dc:creator>
  <cp:keywords/>
  <cp:lastModifiedBy>TJR</cp:lastModifiedBy>
  <cp:revision>6</cp:revision>
  <dcterms:created xsi:type="dcterms:W3CDTF">2025-10-29T13:36:47Z</dcterms:created>
  <dcterms:modified xsi:type="dcterms:W3CDTF">2025-10-31T13:38:17Z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date">
    <vt:lpwstr>2025-10-29</vt:lpwstr>
  </property>
</Properties>
</file>